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Client Content Calendar</a:t>
            </a:r>
            <a:endParaRPr lang="en-US" sz="2400" dirty="0"/>
          </a:p>
        </p:txBody>
      </p:sp>
      <p:sp>
        <p:nvSpPr>
          <p:cNvPr id="4" name="Text 2"/>
          <p:cNvSpPr/>
          <p:nvPr/>
        </p:nvSpPr>
        <p:spPr>
          <a:xfrm>
            <a:off x="502920" y="1188720"/>
            <a:ext cx="2011680" cy="219456"/>
          </a:xfrm>
          <a:prstGeom prst="rect">
            <a:avLst/>
          </a:prstGeom>
          <a:noFill/>
          <a:ln/>
        </p:spPr>
        <p:txBody>
          <a:bodyPr wrap="square" lIns="0" tIns="0" rIns="0" bIns="0" rtlCol="0" anchor="ctr"/>
          <a:lstStyle/>
          <a:p>
            <a:pPr indent="0" marL="0">
              <a:buNone/>
            </a:pPr>
            <a:r>
              <a:rPr lang="en-US" sz="1500" b="1" dirty="0">
                <a:solidFill>
                  <a:srgbClr val="334155"/>
                </a:solidFill>
                <a:latin typeface="Aptos Display" pitchFamily="34" charset="0"/>
                <a:ea typeface="Aptos Display" pitchFamily="34" charset="-122"/>
                <a:cs typeface="Aptos Display" pitchFamily="34" charset="-120"/>
              </a:rPr>
              <a:t>Request Recap</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0972800" cy="2560320"/>
        </p:xfrm>
        <a:graphic>
          <a:graphicData uri="http://schemas.openxmlformats.org/drawingml/2006/table">
            <a:tbl>
              <a:tblPr/>
              <a:tblGrid>
                <a:gridCol w="1645920"/>
                <a:gridCol w="9326880"/>
              </a:tblGrid>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Client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General Ops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Mission</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Content Calendar: i want a content calendar for Victory Genomics with focus on Equine 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Deliverable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content calendar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Lead Agent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Echo</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Status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draft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Generated</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Apr 27, 2026, 02:37 PM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Strategy Summary</a:t>
            </a:r>
            <a:endParaRPr lang="en-US" sz="2400" dirty="0"/>
          </a:p>
        </p:txBody>
      </p:sp>
      <p:sp>
        <p:nvSpPr>
          <p:cNvPr id="4" name="Text 2"/>
          <p:cNvSpPr/>
          <p:nvPr/>
        </p:nvSpPr>
        <p:spPr>
          <a:xfrm>
            <a:off x="640080" y="1234440"/>
            <a:ext cx="10972800" cy="5120640"/>
          </a:xfrm>
          <a:prstGeom prst="rect">
            <a:avLst/>
          </a:prstGeom>
          <a:noFill/>
          <a:ln/>
        </p:spPr>
        <p:txBody>
          <a:bodyPr wrap="square" lIns="762" tIns="762" rIns="762" bIns="762" rtlCol="0" anchor="t">
            <a:normAutofit/>
          </a:bodyPr>
          <a:lstStyle/>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Built from the request: i want a content calendar for Victory Genomics with focus on Equine Karyotyping test Task type: Content Calendar Confirmed brief details: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Objective: education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Platforms: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Timeframe: 14-day calendar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Cadence: 10 posts per platform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Include artwork: no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Primary goal: Awareness and lead generation. This 10-post Facebook calendar opens with four educational posts that establish Victory Genomics as a trusted authority on equine karyotyping, moving from foundational 'what is karyotyping' content through chromosomal abnormalities and the step-by-step lab process to guide breeders on informed mating decisions. The four promotional posts then drive action around the spring pricing offer, citing the 10-day turnaround and broad breeder trust as conversion hooks. Two entertaining posts close the calendar with myth-busting and behind-the-scenes lab content to boost reach, comments, and shares. This Top-to-Bottom Funnel progression ensures awareness-building posts precede conversion ask, protecting brand credibility while advancing lead generation goals. This April 2026 calendar for Victory Genomics strategically balances educational, engagement, and promotional content across Facebook and Instagram. The schedule begins with foundational awareness posts to warm up the audience, gradually introducing lead generation and conversion-focused content mid-month to maximize impact. Posts are spaced to maintain consistent audience engagement without oversaturation, averaging 4-5 touchpoints per week.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Content Pillars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5029200"/>
        </p:xfrm>
        <a:graphic>
          <a:graphicData uri="http://schemas.openxmlformats.org/drawingml/2006/table">
            <a:tbl>
              <a:tblPr/>
              <a:tblGrid>
                <a:gridCol w="5532120"/>
                <a:gridCol w="5532120"/>
              </a:tblGrid>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Pillar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Purpose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Teach valuable ideas and build trust.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Build aspiration, emotion, and momentum.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Connect offers and value to buyer intent.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Keep the calendar human, social, and memorable.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Invite replies, comments, saves, and shares.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Calendar</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5029200"/>
        </p:xfrm>
        <a:graphic>
          <a:graphicData uri="http://schemas.openxmlformats.org/drawingml/2006/table">
            <a:tbl>
              <a:tblPr/>
              <a:tblGrid>
                <a:gridCol w="2212848"/>
                <a:gridCol w="2212848"/>
                <a:gridCol w="2212848"/>
                <a:gridCol w="2212848"/>
                <a:gridCol w="2212848"/>
              </a:tblGrid>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Platform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Pillar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Post Idea</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Is Equine Karyotyping and Why It Matters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Do you know what your horse's chromosomes reveal about breeding success?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3</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Science-backed breeding decisions lead to healthier generations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if your breeding decisions could be backed by complete genetic insight?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5</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Horse Genetics Quiz: What Gene Drives Your Horse?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Could your horse's genetics be holding back their true potential?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7</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Five Chromosomal Abnormalaries Detected in Horses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Which 5 chromosomal abnormalities does the Victory Genomics test detect?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8</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Tag a horse owner who needs this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Do you know a horse owner who needs genetic clarity? Tag them below.</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10</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Equine Karyotyping Test Results in 10 Days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secrets does your horse's DNA hold? Discover them with Victory Genomics' equine karyotyping test.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12</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If Horses Could Talk About Their DNA</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would your horse say if it could read its own karyotype? 🐴🧬</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14</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Step-by-Step Equine Karyotyping Process Explained</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Did you know a simple DNA test could reveal critical chromosomal issues in your horse?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15</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Equine genomics is rewriting the future of horse health</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if your horse's genetics held the key to better health decisions?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17</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Unlock Your Horse's Genetic Potential Today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Ready to unlock your horse's genetic potential? Victory Genomics shows you how.</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19</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Guess the chromosome count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How many chromosome pairs does a healthy horse have? Comment below!</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20</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Myth vs Fact: Equine Genetics Edition</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Did you know 1 in 4 horses carries a hidden genetic abnormality? Test your myths here!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22</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Breeding Decisions: When to Use Karyotyping Testing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Is your breeding program missing one critical test that could prevent costly mistakes?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23</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Informed owners protect their horses from hidden genetic risks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Did you know hidden genetic risks could derail your breeding program? Here's how karyotyping reveals what visual exams miss.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24</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Special Spring Pricing on Karyotyping Tests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Ready to unlock your horse's genetic blueprint this spring?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26</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Poll: Would you test your horse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Would you genetically test your horse before breeding? Your answer could protect future generations.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27</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Behind the Scenes: How We Analyze Chromosomes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Have you ever wondered what your horse's chromosomes look like up close?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28</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Every tested mare is a step toward stronger equine futures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How are you securing your breeding program's future legacy?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29</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Trusted by Breeders Across North America</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Why do top breeders across North America trust Victory Genomics?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30</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Instagram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Share your genetic testing journey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Have you ever had your horse genetically tested? We want to hear your story!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Post Details</a:t>
            </a:r>
            <a:endParaRPr lang="en-US" sz="2400" dirty="0"/>
          </a:p>
        </p:txBody>
      </p:sp>
      <p:sp>
        <p:nvSpPr>
          <p:cNvPr id="4" name="Text 2"/>
          <p:cNvSpPr/>
          <p:nvPr/>
        </p:nvSpPr>
        <p:spPr>
          <a:xfrm>
            <a:off x="640080" y="1234440"/>
            <a:ext cx="10972800" cy="5120640"/>
          </a:xfrm>
          <a:prstGeom prst="rect">
            <a:avLst/>
          </a:prstGeom>
          <a:noFill/>
          <a:ln/>
        </p:spPr>
        <p:txBody>
          <a:bodyPr wrap="square" lIns="762" tIns="762" rIns="762" bIns="762" rtlCol="0" anchor="t">
            <a:normAutofit/>
          </a:bodyPr>
          <a:lstStyle/>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Is Equine Karyotyping and Why It Matters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Do you know what your horse's chromosomes reveal about breeding success?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how our Equine Karyotyping test can safeguard your breeding program. Visit our website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#VictoryGenomics #AnimalHealth #EquineKaryotyping #MareInfertility #StallionFertility #HorseDNA #FoalWatch #EquestrianLife #HorseLovers #FutureChampion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Video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Curious about what's hidden in your horse's DNA? Equine Karyotyping is a crucial genetic test that provides a detailed map of your horse's chromosomes. For breeders, this isn't just science—it's the key to a successful program. By identifying abnormalities, we can help you prevent potential fertility issues and genetic disorders, ensuring healthier foals and giving you peace of mind. Make informed breeding decisions with Victory Genomics.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Five Chromosomal Abnormalaries Detected in Horses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Which 5 chromosomal abnormalities does the Victory Genomics test detect?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our Equine Karyotyping test and how it can benefit your breeding program. Visit our website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#VeterinaryMedicine #VictoryGenomics #Karyotyping #EquineReproduction #ChromosomalAbnormalities #MareFertility #HorseHealth #Stallion #Broodmare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Did you know that chromosomal abnormalities can impact a horse's fertility, health, and performance? Our Equine Karyotyping test provides crucial insights by screening for key conditions like Turner's Syndrome (XO), Klinefelter's Syndrome (XXY), Trisomy, Translocations, and Chimerism. Early detection is vital for making informed breeding decisions and ensuring the well-being of your horses. Protect your investment and your lineage with precise genetic information from Victory Genomics.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Step-by-Step Equine Karyotyping Process Explained</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Did you know a simple DNA test could reveal critical chromosomal issues in your horse?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the science behind our Equine Karyotyping test. Visit our website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#HorseHealth #VictoryGenomics #Karyotyping #HorseBreeding #EquineReproduction #MareInfertility #VeterinaryGenetics #KnowYourHorse #GeneticTesting #SmartBreeding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It's true. Our Equine Karyotyping test provides a detailed map of your horse's chromosomes from a simple blood or hair sample. Our lab analyzes this map to identify abnormalities linked to infertility, developmental issues, or genetic disorders. This vital information empowers breeders and owners to make informed decisions for their horse's health and breeding future. It's proactive care at the genetic level, ensuring you have the full picture.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Breeding Decisions: When to Use Karyotyping 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Is your breeding program missing one critical test that could prevent costly mistakes?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Protect your investment. Learn more about Victory Genomics' Equine Karyotyping test and order your kit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#HorseBreeding #EquineGenetics #VeterinaryMedicine #Stallion #Broodmare #EquineKaryotyping #VictoryGenomics #BreedingSoundness #HorseReproduction #GeneticTesting #BreederLife #FoalWatch #SmartBreeding #EquineScience #FutureChampion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Informative and reassuring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Smart breeding decisions start with a complete genetic picture. Equine Karyotyping analyzes a horse's chromosomes to detect abnormalities that can cause infertility, subfertility, or genetic disorders. For mare owners and stallion managers, this simple test provides crucial information, helping you avoid unsuccessful pairings and protect the future of your bloodlines. It's an essential tool for any serious equine breeding program, offering peace of mind and safeguarding your investment in future generations.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Equine Karyotyping Test Results in 10 Days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Promotional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secrets does your horse's DNA hold? Discover them with Victory Genomics' equine karyotyping test.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Ready to unlock your horse's genetic potential? Visit our website to learn more and order your test kit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#VictoryGenomics #Karyotyping #EquineReproduction #MareFertility #Stallion #Broodmare #HorseHealth #HorseLovers #EquestrianLife #Genetics #DNATesting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Efficient and exciting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Animated Graphic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For dedicated horse breeders and owners, understanding your horse's genetic makeup is crucial. Our equine karyotyping test analyzes chromosomes to identify abnormalities that can impact fertility, health, and performance. Get the clarity you need to make informed breeding decisions. With Victory Genomics, you get accurate, reliable results in just 10 days, helping you build a stronger, healthier lineage.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Unlock Your Horse's Genetic Potential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Promotional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Ready to unlock your horse's genetic potential? Victory Genomics shows you how.</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Ready to make the most informed decisions for your horse? Learn more about our Equine Karyotyping test on our website.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#VictoryGenomics #HorseHealth #EquineKaryotyping #EquineReproduction #Broodmare #Stallion #EquestrianLife #FutureChampion #HorseLovers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Aspirational and empowering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Static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Our Equine Karyotyping test provides a complete map of your horse's chromosomes. For breeders and owners, this is vital for identifying abnormalities that can impact fertility and health. Understanding your horse's genetic foundation allows for smarter breeding decisions, ensuring healthier bloodlines and unlocking true potential. It's the key to a successful future for your equine 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Special Spring Pricing on Karyotyping Tests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Promotional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Ready to unlock your horse's genetic blueprint this spring?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Claim your spring discount on Equine Karyotyping testing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#VictoryGenomics #EquineHealth #HorseBreeding #SpringPromotion #EquineScience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Professional and hopeful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Static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Spring is the perfect time to gain deeper insight into your horse's genetic makeup. Victory Genomics is offering special pricing on our Equine Karyotyping test — the gold standard for chromosome analysis in horses. Whether you're breeding, managing performance horses, or simply ensuring the best care, karyotyping reveals what numbers can't. Order before May 31 and save. Your horse's future starts with knowing their chromosomes.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Trusted by Breeders Across North America</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Promotional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Why do top breeders across North America trust Victory Genomics?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Ready to breed with confidence? Learn more about our Equine Karyotyping test and order your kit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#HorseBreeding #EquineGenetics #VictoryGenomics #Karyotyping #EquineScience #MareCare #Stallion #FoalHealth #BreedingSeason #HorseBreeder #EquineHealth #GeneticTesting #FutureChampion #BreedingSuccess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Trustworthy and authoritative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Top breeders rely on us for one key reason: certainty. Our Equine Karyotyping test provides a detailed chromosomal analysis, identifying abnormalities that can impact fertility and foal health. This crucial insight allows breeders to make confident decisions, safeguarding their investment and the future of their lineage. We deliver accurate, reliable results to protect your 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Myth vs Fact: Equine Genetics Edition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Entertaining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Did you know 1 in 4 horses carries a hidden genetic abnormality? Test your myths here!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Protect your investment and legacy. Learn more about our simple and accurate Equine Karyotyping test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#HorseHealth #VictoryGenomics #EquineKaryotyping #EquineReproduction #Broodmare #StallionFertility #GeneticTesting #KnowYourHorse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Educational and myth-busting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Myth: A healthy-looking horse is genetically sound. Fact: Many chromosomal abnormalities that impact fertility and health show no outward signs. For horse breeders and owners, this can lead to unexpected challenges. Victory Genomics' Equine Karyotyping provides a complete chromosomal map of your horse, revealing the genetic information you can't see. It's a crucial tool for making informed breeding decisions and ensuring the health of future generations. Don't leave your breeding program to chance.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Behind the Scenes: How We Analyze Chromosomes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Entertaining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Have you ever wondered what your horse's chromosomes look like up close?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See how our Equine Karyotyping test can support your breeding goals. Learn more on the Victory Genomics website!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#VeterinaryScience #EquineKaryotyping #MareInfertility #StallionFertility #BehindTheScenes #LabLife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Curious and scientific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Reel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It's a fascinating process! From a simple blood sample, our lab technicians carefully culture cells to see the chromosomes during division. We then photograph them under a microscope and digitally arrange them in pairs. This creates a 'karyotype' – a complete map of your horse's genetic blueprint. For horse breeders and owners, this map allows us to spot abnormalities that could impact fertility, providing crucial insights for a successful breeding program. It's science supporting your legacy.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Science-backed breeding decisions lead to healthier generations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Inspirational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if your breeding decisions could be backed by complete genetic insight?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how our Equine Karyotyping test can elevate your breeding program. Visit our website to get started!</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#HorseBreeding #EquineGenetics #VeterinaryMedicine #Stallion #Broodmare #EquineKaryotyping #FoalHealth #BreedingSeason #HorseBreederLife #EquineReproduction #ChampionBloodlines #FutureChampion #EquestrianLife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Imagine making breeding choices with full confidence. Our Equine Karyotyping test provides a complete chromosomal map of your horse, identifying abnormalities that can impact fertility and foal health. Secure your legacy and build a stronger, healthier generation of champions. It's not just about breeding; it's about breeding smarter with Victory Genomics.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Horse Genetics Quiz: What Gene Drives Your Horse?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Entertaining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Could your horse's genetics be holding back their true potential?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Ready to unlock your horse's full genetic potential? Learn more about our Equine Karyotyping test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#HorseGenetics #EquineScience #VictoryGenomics #Karyotyping #HorseBreeding #EquineReproduction #MareFertility #StallionPotential #PerformanceHorse #VeterinaryGenetics #HorsesOfFacebook #EquestrianLife #ChampionBloodlines #FutureFoal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Playful and engaging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From speed to stamina, your horse's DNA holds the key to their performance and health. Unlocking this genetic blueprint with an Equine Karyotyping test can reveal hidden traits and potential chromosomal abnormalities that impact fertility and viability. For horse breeders and owners, this isn't just data—it's the foundation for informed breeding and training decisions. It's about understanding your champion's potential from the inside out. Let Victory Genomics help you build a stronger, healthier lineage.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Tag a horse owner who needs this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Engagement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Do you know a horse owner who needs genetic clarity? Tag them below.</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Visit the link in our bio to learn more about our Equine Karyotyping test and how to get started.</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#HorseHealth #VeterinaryMedicine #EquineKaryotyping #ChromosomeAnalysis #MareInfertility #StallionFertility #VictoryGenomics #HorseOwner #EquestrianLife #FoalWatch #BreedingSeason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Helpful and clear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Static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Genetic clarity is crucial for a healthy herd and successful breeding program. If you know a fellow horse owner or breeder struggling with unexplained infertility or congenital issues, our Equine Karyotyping test can provide the answers. This simple test analyzes chromosomes to detect abnormalities, giving you vital information for your horse's future and your breeding decisions. Tag someone who could benefit from this powerful insight!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Equine genomics is rewriting the future of horse health</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Inspirational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if your horse's genetics held the key to better health decisions?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Unlock your horse's genetic potential. Learn more about Equine Karyotyping at Victory Genomics. Link in bio.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#EquineHealth #HorseGenetics #VictoryGenomics #AnimalGenetics #HorseCare #EquineKaryotyping #HorseBreeding #MareHealth #Stallion #GeneticTesting #HorsesOfInstagram #EquestrianLife #FutureOfFarming #VetMed #ScienceIsCool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Your horse's DNA is a roadmap to their health. Our Equine Karyotyping test unlocks it. By analyzing their chromosomes, we provide crucial insights for breeders and owners. This knowledge empowers you to make proactive decisions about breeding, health, and performance, ensuring a healthier future for your equine partner. It's advanced care, simplified.</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If Horses Could Talk About Their DNA</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Entertaining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would your horse say if it could read its own karyotype? 🐴🧬</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Unlock the secrets in your horse's DNA. Click the link to learn more about our Equine Karyotyping test!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#VictoryGenomics #Karyotyping #EquineReproduction #MareFertility #StallionHealth #HorseDNA #HorseHealth #GeneticTesting #SmartBreeding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Whimsical and thought-provoking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Static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They'd probably thank you for looking out for their future! While our horses can't read their own genetic map, we can. An Equine Karyotyping test from Victory Genomics gives breeders and owners a clear picture of chromosomal health, helping to identify potential fertility issues before they become a problem. It's the ultimate conversation starter for a successful breeding 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Share your genetic testing journey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Engagement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Have you ever had your horse genetically tested? We want to hear your story!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Share your story in the comments below! What test did you run and what did you discover?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#VictoryGenomics #HorseHealth #Karyotyping #EquineReproduction #MareFertility #StallionPotential #GeneticTesting #HorseDNA #HorseLovers #EquestrianLife #KnowYourHorse #SmartBreeding #FoalWatch</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Reels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Genetic testing can unlock so much about your horse's health, fertility, and potential. From identifying chromosomal abnormalities with a karyotype test to confirming parentage, the insights are invaluable for dedicated breeders and owners. What was the most surprising thing you learned from the results? We're building a community around responsible breeding and equine wellness, and your experience is a vital part of that conversation. Let's learn from each other!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Informed owners protect their horses from hidden genetic risks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Inspirational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Did you know hidden genetic risks could derail your breeding program? Here's how karyotyping reveals what visual exams miss.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Secure your breeding program's future. Visit our website to learn more about Equine Karyotyping and order your test kit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#Karyotyping #HorseHealth #VictoryGenomics #EquineReproduction #Stallion #Broodmare #BreedingProgram #GeneticTesting #EquestrianLife #HorseLovers #FutureChampion #SmartBreeding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A visual health check only tells part of the story. Underlying chromosomal abnormalities can lead to infertility, health issues, or poor performance in offspring. Victory Genomics' Equine Karyotyping test provides a complete chromosomal map of your horse, uncovering these hidden risks. This empowers you, the dedicated breeder or owner, to make smarter breeding decisions, protecting your investment and the future of your lineage. It's the ultimate peace of mind for a successful breeding 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Poll: Would you test your horse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Engagement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Would you genetically test your horse before breeding? Your answer could protect future generations.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Protect your lineage. Learn more about our Equine Karyotyping test at the link in our bio.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#HorseBreeding #Equine #EquestrianLife #EquineGenetics #Karyotyping #ResponsibleBreeding #HorseHealth #Broodmare #Stallion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Story/Poll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For serious horse breeders, knowledge is power. An Equine Karyotyping test is a crucial step in responsible breeding, analyzing your horse's chromosomes for abnormalities that could impact fertility or the health of future foals. By testing with Victory Genomics, you're not just making an informed decision for your program; you're safeguarding the genetic integrity of your entire bloodline. It's a small investment for a legacy of health and performance.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Every tested mare is a step toward stronger equine futures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Inspirational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How are you securing your breeding program's future legacy?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Secure your program's future. Learn more about our Equine Karyotyping test at the link in our bio.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#EquineBreeding #HorseBreeding #MareCare #VictoryGenomics #Genetics #Karyotyping #EquineGenetics #Broodmare #BreedingSeason #FoalHealth #BreedingSuccess #EquestrianBusiness #EquineScience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Professional and warm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Building a legacy isn't just about champion bloodlines; it's about genetic health. For discerning horse breeders, understanding a mare's chromosomal makeup is crucial. Our Equine Karyotyping test identifies abnormalities that can impact fertility and foal viability, protecting your investment and strengthening your lineage for generations to come. It's a foundational step for a successful breeding 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Guess the chromosome count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Instagram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Engagement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How many chromosome pairs does a healthy horse have? Comment below!</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Ready to ensure your horse's genetic health? Learn more about our Equine Karyotyping test. Link in bio!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#EquineGenetics #HorseBreeding #VeterinaryMedicine #AnimalGenetics #Karyotyping #EquineReproduction #MareFertility #StallionHealth #VictoryGenomics #HorseDNA #HorseHealth #EquestrianLife #HorseLovers #VetTech #ScienceFacts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Static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Pop quiz for our fellow equine enthusiasts! How many chromosome pairs does a healthy horse have? Drop your guess below! 🐴 This number is crucial, as the correct count is a key indicator of genetic health and fertility. Variations can lead to reproductive challenges. Our Equine Karyotyping test provides a clear picture of your horse's chromosomal makeup, offering vital insights for breeders and veterinarians.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Mission 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Content Calendar</dc:title>
  <dc:subject>Client-ready output export</dc:subject>
  <dc:creator>Mission Control</dc:creator>
  <cp:lastModifiedBy>Mission Control</cp:lastModifiedBy>
  <cp:revision>1</cp:revision>
  <dcterms:created xsi:type="dcterms:W3CDTF">2026-04-27T14:44:52Z</dcterms:created>
  <dcterms:modified xsi:type="dcterms:W3CDTF">2026-04-27T14:44:52Z</dcterms:modified>
</cp:coreProperties>
</file>