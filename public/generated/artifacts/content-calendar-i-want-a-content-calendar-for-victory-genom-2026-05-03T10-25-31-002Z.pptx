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Client Content Calendar</a:t>
            </a:r>
            <a:endParaRPr lang="en-US" sz="2400" dirty="0"/>
          </a:p>
        </p:txBody>
      </p:sp>
      <p:sp>
        <p:nvSpPr>
          <p:cNvPr id="4" name="Text 2"/>
          <p:cNvSpPr/>
          <p:nvPr/>
        </p:nvSpPr>
        <p:spPr>
          <a:xfrm>
            <a:off x="502920" y="1188720"/>
            <a:ext cx="2011680" cy="219456"/>
          </a:xfrm>
          <a:prstGeom prst="rect">
            <a:avLst/>
          </a:prstGeom>
          <a:noFill/>
          <a:ln/>
        </p:spPr>
        <p:txBody>
          <a:bodyPr wrap="square" lIns="0" tIns="0" rIns="0" bIns="0" rtlCol="0" anchor="ctr"/>
          <a:lstStyle/>
          <a:p>
            <a:pPr indent="0" marL="0">
              <a:buNone/>
            </a:pPr>
            <a:r>
              <a:rPr lang="en-US" sz="1500" b="1" dirty="0">
                <a:solidFill>
                  <a:srgbClr val="334155"/>
                </a:solidFill>
                <a:latin typeface="Aptos Display" pitchFamily="34" charset="0"/>
                <a:ea typeface="Aptos Display" pitchFamily="34" charset="-122"/>
                <a:cs typeface="Aptos Display" pitchFamily="34" charset="-120"/>
              </a:rPr>
              <a:t>Request Recap</a:t>
            </a:r>
            <a:endParaRPr lang="en-US" sz="15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0972800" cy="2560320"/>
        </p:xfrm>
        <a:graphic>
          <a:graphicData uri="http://schemas.openxmlformats.org/drawingml/2006/table">
            <a:tbl>
              <a:tblPr/>
              <a:tblGrid>
                <a:gridCol w="1645920"/>
                <a:gridCol w="9326880"/>
              </a:tblGrid>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Client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General Ops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Mission</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Content Calendar: i want a content calendar for Victory Genomics with focus on Equine 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Deliverable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content calendar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Lead Agent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Echo</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Status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draft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F2937"/>
                          </a:solidFill>
                          <a:latin typeface="Aptos" pitchFamily="34" charset="0"/>
                          <a:ea typeface="Aptos" pitchFamily="34" charset="-122"/>
                          <a:cs typeface="Aptos" pitchFamily="34" charset="-120"/>
                        </a:rPr>
                        <a:t>Generated</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May 3, 2026, 11:56 AM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Strategy Summary</a:t>
            </a:r>
            <a:endParaRPr lang="en-US" sz="2400" dirty="0"/>
          </a:p>
        </p:txBody>
      </p:sp>
      <p:sp>
        <p:nvSpPr>
          <p:cNvPr id="4" name="Text 2"/>
          <p:cNvSpPr/>
          <p:nvPr/>
        </p:nvSpPr>
        <p:spPr>
          <a:xfrm>
            <a:off x="640080" y="1234440"/>
            <a:ext cx="10972800" cy="5120640"/>
          </a:xfrm>
          <a:prstGeom prst="rect">
            <a:avLst/>
          </a:prstGeom>
          <a:noFill/>
          <a:ln/>
        </p:spPr>
        <p:txBody>
          <a:bodyPr wrap="square" lIns="762" tIns="762" rIns="762" bIns="762" rtlCol="0" anchor="t">
            <a:normAutofit/>
          </a:bodyPr>
          <a:lstStyle/>
          <a:p>
            <a:pPr marL="228600" indent="-228600">
              <a:buSzPct val="100000"/>
              <a:buChar char="•"/>
            </a:pPr>
            <a:r>
              <a:rPr lang="en-US" sz="1600" dirty="0">
                <a:solidFill>
                  <a:srgbClr val="243145"/>
                </a:solidFill>
                <a:latin typeface="Aptos" pitchFamily="34" charset="0"/>
                <a:ea typeface="Aptos" pitchFamily="34" charset="-122"/>
                <a:cs typeface="Aptos" pitchFamily="34" charset="-120"/>
              </a:rPr>
              <a:t>Built from the request: i want a content calendar for Victory Genomics with focus on Equine Karyotyping test Task type: Content Calendar Confirmed brief details: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Objective: education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Platforms: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Timeframe: 14-day calendar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Cadence: 5 posts per platform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Include artwork: no</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Primary goal: Awareness and lead generation. This 10-idea selection builds a comprehensive educational funnel for Victory Genomics' Equine Karyotyping test, starting with foundational chromosome concepts and progressing to breeder-specific applications and clinical guidance. The mix balances carousel deep-dives, static explanatory posts, and reel content to maximize engagement across Facebook's feed. Coverage spans critical topics: what karyotyping reveals, test mechanics, carrier identification, breeding implications, and actionable veterinary recommendations—ensuring horse owners and breeders receive both awareness and consideration-stage information to drive qualified leads. Posts are distributed every 3-4 days across the 14-day window to maintain consistent educational engagement without clustering. Content flows from foundational concepts (what is karyotyping) through problem identification (mare carrier risks) to actionable insights (breeding implications and recommendations), guiding the audience progressively toward informed decision-making.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Content Pillars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5029200"/>
        </p:xfrm>
        <a:graphic>
          <a:graphicData uri="http://schemas.openxmlformats.org/drawingml/2006/table">
            <a:tbl>
              <a:tblPr/>
              <a:tblGrid>
                <a:gridCol w="5532120"/>
                <a:gridCol w="5532120"/>
              </a:tblGrid>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Pillar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Purpose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Teach valuable ideas and build trust.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Inspirational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Build aspiration, emotion, and momentum.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Promotional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Connect offers and value to buyer intent.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Entertaining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Keep the calendar human, social, and memorable.</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Engagement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Invite replies, comments, saves, and shares.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Calendar</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5029200"/>
        </p:xfrm>
        <a:graphic>
          <a:graphicData uri="http://schemas.openxmlformats.org/drawingml/2006/table">
            <a:tbl>
              <a:tblPr/>
              <a:tblGrid>
                <a:gridCol w="2212848"/>
                <a:gridCol w="2212848"/>
                <a:gridCol w="2212848"/>
                <a:gridCol w="2212848"/>
                <a:gridCol w="2212848"/>
              </a:tblGrid>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Platform</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Pillar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Post Idea</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Hook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Chromosomes Reveal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silent genetic flaw could be costing your breeding program thousands?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Is Equine Karyotyping Test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secrets are hiding in your horse's chromosomes?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5</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Karyotyping Test Simplified</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How does a simple test reveal your horse's complete genetic blueprint?</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8</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Is Your Mare a Carrier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Studies show 5-10% of broodmares carry chromosomal abnormalities undetected without karyotyping testing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8</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Common Equine Chromosomal Abnormalities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Is your horse carrying a chromosomal abnormality that could affect its performance or breeding?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11</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Breeding Implications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Could chromosomal defects be silently sabotaging your horse breeding program success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14</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Why Horse Breeders Need Karyotyping</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Why are leading breeders making karyotyping a non-negotiable step before every breeding decision?</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15</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When to Recommend Karyotyping for Horses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chromosomal abnormalities should horse owners watch for?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F2937"/>
                          </a:solidFill>
                          <a:latin typeface="Aptos" pitchFamily="34" charset="0"/>
                          <a:ea typeface="Aptos" pitchFamily="34" charset="-122"/>
                          <a:cs typeface="Aptos" pitchFamily="34" charset="-120"/>
                        </a:rPr>
                        <a:t>Day 22</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Facebook</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Educational</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When to Recommend Karyotyping for Horses</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latin typeface="Aptos" pitchFamily="34" charset="0"/>
                          <a:ea typeface="Aptos" pitchFamily="34" charset="-122"/>
                          <a:cs typeface="Aptos" pitchFamily="34" charset="-120"/>
                        </a:rPr>
                        <a:t>What chromosomal abnormalities should horse owners watch for?</a:t>
                      </a:r>
                      <a:endParaRPr lang="en-US" sz="1100" dirty="0">
                        <a:latin typeface="Aptos" charset="0"/>
                        <a:ea typeface="Aptos" charset="0"/>
                        <a:cs typeface="Aptos" charset="0"/>
                      </a:endParaRPr>
                    </a:p>
                  </a:txBody>
                  <a:tcPr marL="73152" marR="73152" marT="73152" marB="73152">
                    <a:lnL w="12700" cap="flat" cmpd="sng" algn="ctr">
                      <a:solidFill>
                        <a:srgbClr val="D9E2F2"/>
                      </a:solidFill>
                      <a:prstDash val="solid"/>
                      <a:round/>
                      <a:headEnd type="none" w="med" len="med"/>
                      <a:tailEnd type="none" w="med" len="med"/>
                    </a:lnL>
                    <a:lnR w="12700" cap="flat" cmpd="sng" algn="ctr">
                      <a:solidFill>
                        <a:srgbClr val="D9E2F2"/>
                      </a:solidFill>
                      <a:prstDash val="solid"/>
                      <a:round/>
                      <a:headEnd type="none" w="med" len="med"/>
                      <a:tailEnd type="none" w="med" len="med"/>
                    </a:lnR>
                    <a:lnT w="12700" cap="flat" cmpd="sng" algn="ctr">
                      <a:solidFill>
                        <a:srgbClr val="D9E2F2"/>
                      </a:solidFill>
                      <a:prstDash val="solid"/>
                      <a:round/>
                      <a:headEnd type="none" w="med" len="med"/>
                      <a:tailEnd type="none" w="med" len="med"/>
                    </a:lnT>
                    <a:lnB w="12700" cap="flat" cmpd="sng" algn="ctr">
                      <a:solidFill>
                        <a:srgbClr val="D9E2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274320" y="274320"/>
            <a:ext cx="11612880" cy="640080"/>
          </a:xfrm>
          <a:prstGeom prst="rect">
            <a:avLst/>
          </a:prstGeom>
          <a:solidFill>
            <a:srgbClr val="EEF4FF"/>
          </a:solidFill>
          <a:ln w="12700">
            <a:solidFill>
              <a:srgbClr val="D9E2F2"/>
            </a:solidFill>
            <a:prstDash val="solid"/>
          </a:ln>
        </p:spPr>
      </p:sp>
      <p:sp>
        <p:nvSpPr>
          <p:cNvPr id="3" name="Text 1"/>
          <p:cNvSpPr/>
          <p:nvPr/>
        </p:nvSpPr>
        <p:spPr>
          <a:xfrm>
            <a:off x="502920" y="438912"/>
            <a:ext cx="7132320" cy="256032"/>
          </a:xfrm>
          <a:prstGeom prst="rect">
            <a:avLst/>
          </a:prstGeom>
          <a:noFill/>
          <a:ln/>
        </p:spPr>
        <p:txBody>
          <a:bodyPr wrap="square" lIns="0" tIns="0" rIns="0" bIns="0" rtlCol="0" anchor="ctr"/>
          <a:lstStyle/>
          <a:p>
            <a:pPr indent="0" marL="0">
              <a:buNone/>
            </a:pPr>
            <a:r>
              <a:rPr lang="en-US" sz="2400" b="1" dirty="0">
                <a:solidFill>
                  <a:srgbClr val="172033"/>
                </a:solidFill>
                <a:latin typeface="Aptos Display" pitchFamily="34" charset="0"/>
                <a:ea typeface="Aptos Display" pitchFamily="34" charset="-122"/>
                <a:cs typeface="Aptos Display" pitchFamily="34" charset="-120"/>
              </a:rPr>
              <a:t>Post Details</a:t>
            </a:r>
            <a:endParaRPr lang="en-US" sz="2400" dirty="0"/>
          </a:p>
        </p:txBody>
      </p:sp>
      <p:sp>
        <p:nvSpPr>
          <p:cNvPr id="4" name="Text 2"/>
          <p:cNvSpPr/>
          <p:nvPr/>
        </p:nvSpPr>
        <p:spPr>
          <a:xfrm>
            <a:off x="640080" y="1234440"/>
            <a:ext cx="10972800" cy="5120640"/>
          </a:xfrm>
          <a:prstGeom prst="rect">
            <a:avLst/>
          </a:prstGeom>
          <a:noFill/>
          <a:ln/>
        </p:spPr>
        <p:txBody>
          <a:bodyPr wrap="square" lIns="762" tIns="762" rIns="762" bIns="762" rtlCol="0" anchor="t">
            <a:normAutofit/>
          </a:bodyPr>
          <a:lstStyle/>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What Chromosomes Reveal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silent genetic flaw could be costing your breeding program thousands?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Inquire about Equine Karyotyping 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#HorseGenetics #EquineBreeding #BreedingProgram</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inquisitive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Single Image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Chromosomal abnormalities are one of the leading causes of early pregnancy loss in horses — and many carriers show zero outward signs. A simple Equine Karyotyping test can identify balanced translocation carriers and other chromosomal issues before they derail your breeding season. Early detection = smarter breeding decisions. Contact Victory Genomics to learn more or schedule a test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Karyotyping Test Simplified</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How does a simple test reveal your horse's complete genetic blueprint?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Order your Victory Genomics karyotyping kit today →</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#HorseGenetics #EquineKaryotyping #ChromosomeTest #HorseHealth #EquineBreeding #GeneticScreening #EquineScience #VetMed #VictoryGenomics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Your horse carries 64 chromosomes—and every one tells a story about health, fertility, and breeding potential. Victory Genomics karyotyping maps the full chromosome picture, revealing deletions, duplications, and abnormalities you can't see. One test. Lifelong insight. Order your kit today →</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Is Your Mare a Carrier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Studies show 5-10% of broodmares carry chromosomal abnormalities undetected without karyotyping 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Message us to learn about karyotyping for your mare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#BroodmareHealth #HorseBreeding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Professional yet approachable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Did you know that 5-10% of broodmares carry chromosomal abnormalities that go completely undetected without proper karyotyping testing? As a breeder, you deserve to know before making breeding decisions. Victory Genomics Equine Karyotyping gives you the genetic clarity you need to plan with confidence. Early detection protects your breeding program and your investment.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Breeding Implications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Could chromosomal defects be silently sabotaging your horse breeding program success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Get your karyotyping test today →</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#HorseBreeding #EquineGenetics #BreedingMares #EquestrianLife #HorseHealth</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urgent, and authoritative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Single Image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Breeding excellence demands more than careful pairing — it requires genetic clarity. Chromosomal abnormalities can cause early embryonic loss, fetal defects, or unsuccessful pregnancies, often with no outward warning signs. Victory Genomics' Equine Karyotyping test provides definitive chromosomal analysis to help you make informed breeding decisions and protect your program's future. Order your test today at victorygenomics.com and breed with confidence. What's your breeding goal this season?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What Is Equine Karyotyping Test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secrets are hiding in your horse's chromosomes?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Get your horse karyotyped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#HorseGenetics #EquineHealth #HorseBreeding #GeneticTesting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What secrets are hiding in your horse's chromosomes? Equine karyotyping is a genetic test that examines a horse's chromosomal makeup to detect abnormalities that may affect health, fertility, or breeding outcomes. It gives breeders and owners clear answers about their horse's genetic health — so you can make informed decisions with confidence. Is your horse's genetic profile working for you or against you?</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Why Horse Breeders Need Karyotyping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Why are leading breeders making karyotyping a non-negotiable step before every breeding decision?</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Learn more about Victory Genomics karyotyping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#HorseBreeding #EquineGenetics #HorseBreeders #HorseHealth #EquestrianLife</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optimistic</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Why are leading breeders making karyotyping a non-negotiable step before every breeding decision? Chromosomal abnormalities in horses can cause failed pregnancies, fetal loss, or foals with serious genetic disorders — often before any visible signs appear. Victory Genomics Equine Karyotyping test analyzes chromosomal makeup to detect issues that could derail your breeding program. Don’t breed blind. Know before you commit.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Common Equine Chromosomal Abnormalities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Is your horse carrying a chromosomal abnormality that could affect its performance or breeding?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Message us to learn more about our Equine Karyotyping test.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#VictoryGenomics #EquineKaryotyping #HorseGenetics #EquineHealth #ChromosomalAbnormality #HorseBreeding #EquineVeterinary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Clinical and reassuring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Not all genetic risks are visible. Equine Karyotyping by Victory Genomics identifies chromosomal abnormalities that could impact your horse's health, performance, or breeding future. Early detection gives you the knowledge to plan ahead. Ask your veterinarian about Victory Genomics Karyotyping for horses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When to Recommend Karyotyping for Horses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chromosomal abnormalities should horse owners watch for?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Learn more about Equine Karyotyping 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#HorseGenetics #EquineFertility #HorseBreeding #HorseHealth #GeneticTesting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Professional and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Chromosomal abnormalities can silently affect your horse's health and fertility. The Equine Karyotyping test from Victory Genomics identifies structural issues like translocations, deletions, and mosaicism that standard vet exams often miss. Early detection helps owners make informed breeding decisions and manage health proactively. Whether you're a breeder or a concerned owner, karyotyping gives you the genetic clarity you need. Does your horse have unexplained fertility issues or physical traits that don't fit the breed standard? Genetic testing may hold the answer.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What Is Equine Karyotyping Test</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secrets are hiding in your horse's chromosomes?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Get your horse karyotyped today</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#HorseGenetics #EquineHealth #HorseBreeding #GeneticTesting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Bold and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What secrets are hiding in your horse's chromosomes? Equine karyotyping is a genetic test that examines a horse's chromosomal makeup to detect abnormalities that may affect health, fertility, or breeding outcomes. It gives breeders and owners clear answers about their horse's genetic health — so you can make informed decisions with confidence. Is your horse's genetic profile working for you or against you?</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When to Recommend Karyotyping for Horses</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Platform: Facebook</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Pillar: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Hook: What chromosomal abnormalities should horse owners watch for?</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CTA: Learn more about Equine Karyotyping 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Hashtags: #EquineKaryotyping #HorseGenetics #EquineFertility #HorseBreeding #HorseHealth #GeneticTesting</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Mood: Professional and educational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 Visual Format: Carousel</a:t>
            </a:r>
            <a:endParaRPr lang="en-US" sz="1600" dirty="0"/>
          </a:p>
          <a:p>
            <a:pPr marL="228600" indent="-228600">
              <a:buSzPct val="100000"/>
              <a:buChar char="•"/>
            </a:pPr>
            <a:r>
              <a:rPr lang="en-US" sz="1600" dirty="0">
                <a:solidFill>
                  <a:srgbClr val="243145"/>
                </a:solidFill>
                <a:latin typeface="Aptos" pitchFamily="34" charset="0"/>
                <a:ea typeface="Aptos" pitchFamily="34" charset="-122"/>
                <a:cs typeface="Aptos" pitchFamily="34" charset="-120"/>
              </a:rPr>
              <a:t>Chromosomal abnormalities can silently affect your horse's health and fertility. The Equine Karyotyping test from Victory Genomics identifies structural issues like translocations, deletions, and mosaicism that standard vet exams often miss. Early detection helps owners make informed breeding decisions and manage health proactively. Whether you're a breeder or a concerned owner, karyotyping gives you the genetic clarity you need. Does your horse have unexplained fertility issues or physical traits that don't fit the breed standard? Genetic testing may hold the answer.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Mission Control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Content Calendar</dc:title>
  <dc:subject>Client-ready output export</dc:subject>
  <dc:creator>Mission Control</dc:creator>
  <cp:lastModifiedBy>Mission Control</cp:lastModifiedBy>
  <cp:revision>1</cp:revision>
  <dcterms:created xsi:type="dcterms:W3CDTF">2026-05-03T10:25:31Z</dcterms:created>
  <dcterms:modified xsi:type="dcterms:W3CDTF">2026-05-03T10:25:31Z</dcterms:modified>
</cp:coreProperties>
</file>