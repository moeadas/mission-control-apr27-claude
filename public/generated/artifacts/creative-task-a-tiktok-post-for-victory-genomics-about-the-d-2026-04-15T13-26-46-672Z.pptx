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1288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Creative Asset Production Pack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Recap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475488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Victory Genomics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Creative Task: a tiktok post for Victory Genomics about the difference between WGS a...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Deliverable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creative asset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 Agent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Lyra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 15, 2026, 03:07 PM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188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Image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463040"/>
            <a:ext cx="57607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1288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1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🧬 Your horse's DNA has 4 billion letters. Most tests read a few sentences. WGS vs. DNA panels — this is the difference between a checklist and a complete map. We sequence your horse's entire genome once. Then you get updated results pushed to you as science advances — for the entirety of their life. That's 20,000 genes. 5.5 million variants.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1288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 To 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1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Educational/Direct: "Tap the link in bio to see what's inside your horse's genome."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1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Community/Engagement: "Drop a 🐴 if you want more breakdowns like this."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1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FOMO/Direct: "This is the only test you'll ever need. Most owners don't know this exists — yet."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1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Soft/Science-Forward: "Follow for more Equine Genomics 101 content. Knowledge is your horse's best asset."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Mission Control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Asset Production Pack</dc:title>
  <dc:subject>Client-ready output export</dc:subject>
  <dc:creator>Mission Control</dc:creator>
  <cp:lastModifiedBy>Mission Control</cp:lastModifiedBy>
  <cp:revision>1</cp:revision>
  <dcterms:created xsi:type="dcterms:W3CDTF">2026-04-15T13:26:46Z</dcterms:created>
  <dcterms:modified xsi:type="dcterms:W3CDTF">2026-04-15T13:26:46Z</dcterms:modified>
</cp:coreProperties>
</file>